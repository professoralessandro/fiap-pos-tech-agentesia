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88399" y="530600"/>
            <a:ext cx="2552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73">
                <a:solidFill>
                  <a:srgbClr val="C8C8C8"/>
                </a:solidFill>
              </a:rPr>
              <a:t>Tech Challenge – Fase 1	</a:t>
            </a:r>
            <a:r>
              <a:rPr lang="en-US" sz="2000">
                <a:solidFill>
                  <a:srgbClr val="C8C8C8"/>
                </a:solidFill>
              </a:rPr>
              <a:t>						         </a:t>
            </a:r>
            <a:endParaRPr/>
          </a:p>
        </p:txBody>
      </p:sp>
      <p:pic>
        <p:nvPicPr>
          <p:cNvPr id="85" name="Google Shape;85;p13" title="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554" y="72775"/>
            <a:ext cx="2552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logo-pos-t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0" y="88500"/>
            <a:ext cx="206017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180206" y="104850"/>
            <a:ext cx="262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Agentes de IA</a:t>
            </a:r>
            <a:endParaRPr sz="3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